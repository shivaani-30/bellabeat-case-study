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0632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Device Usage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 Recommendations for Bellabeat 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 |  Ask · Prepare · Process · Analyze · Share · 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828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examines FitBit fitness tracker data to uncover trends in how people use smart devices to track daily activity and sleep — and uses those insights to recommend marketing strategies for Bellabeat's Time smart watch.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657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some trends in smart device usage?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4348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could these trends apply to Bellabeat customers?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212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could these trends influence Bellabeat's marketing strategy?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PREPARE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&amp; Credibility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FitBit Fitness Tracker Data — 33 users, April 12 – May 12, 2016. CC0 Public Domain, via Mobius (Kaggle).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2121408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 (33 users); demographics unknown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07208" y="2103120"/>
            <a:ext cx="212140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2402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98648" y="2743200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survey data, not first-party Bellabeat/FitBit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0056" y="2103120"/>
            <a:ext cx="2121408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22402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11496" y="2743200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activity, sleep, steps, weight — missing age/gender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32904" y="2103120"/>
            <a:ext cx="212140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22402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24344" y="2743200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2016 — roughly a decade 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45752" y="2103120"/>
            <a:ext cx="2121408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7192" y="22402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37192" y="2743200"/>
            <a:ext cx="19385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CC0 Public Domain, properly licensed via Kaggle/Mobius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Completeness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removed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duplicate rows found and removed from sleepDay_merged using SELECT DISTINCT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71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formats standardized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mixed date/time text formats parsed into clean DATETIME fields — zero data loss across 22,000+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checked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Activity, steps, calories &amp; intensity: 100% of users. Sleep: 73%. Weight: 24% (excluded from analysis)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ANALYZE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— Users Are Highly Sedentary</a:t>
            </a:r>
            <a:endParaRPr lang="en-US" sz="2800" dirty="0"/>
          </a:p>
        </p:txBody>
      </p:sp>
      <p:pic>
        <p:nvPicPr>
          <p:cNvPr id="4" name="Image 0" descr="/home/claude/bellabeat/chart3_minutes_by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400800" cy="4000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63040"/>
            <a:ext cx="4434840" cy="4000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691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991 min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52360" y="22402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sedentary per day — about 16.5 hours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92608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just 35 minutes of real fairly/very active movement, and 7,638 average daily steps — below the 10,000 benchmark.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52360" y="448056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most users are everyday people, not athletes.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ANALYZE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— More Active Users Sleep Less</a:t>
            </a:r>
            <a:endParaRPr lang="en-US" sz="2800" dirty="0"/>
          </a:p>
        </p:txBody>
      </p:sp>
      <p:pic>
        <p:nvPicPr>
          <p:cNvPr id="4" name="Image 0" descr="/home/claude/bellabeat/chart2_sleep_by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400800" cy="4000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63040"/>
            <a:ext cx="4434840" cy="4000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691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−58 min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52360" y="22402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sleep on high-activity days vs. low-activity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92608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activity (&lt;5,000 steps): 454 min sleep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activity (10,000+ steps): 396 min sleep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52360" y="42976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busier, active days leave less time to rest — a real trade-off worth surfacing to users.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ANALYZE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— Activity Peaks at 5–7 PM</a:t>
            </a:r>
            <a:endParaRPr lang="en-US" sz="2800" dirty="0"/>
          </a:p>
        </p:txBody>
      </p:sp>
      <p:pic>
        <p:nvPicPr>
          <p:cNvPr id="4" name="Image 0" descr="/home/claude/bellabeat/chart1_hourly_int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4008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63040"/>
            <a:ext cx="4434840" cy="4000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691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52360" y="22402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single most active hour of the day across all users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92608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is lowest at 3–4 AM, climbs through the morning, plateaus in the day, and peaks sharply 5–7 PM.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52360" y="42976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this window is the best time to reach users.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Bellabeat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Achievable, Everyday Movement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304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Time around gentle nudges (e.g., hourly stand-up reminders) rather than intense fitness metrics — most users aren't athletes.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6760" y="1828800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5567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6760" y="2514600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Sleep + Activity Balance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6760" y="3337560"/>
            <a:ext cx="304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Time's combined tracking, with wind-down notifications on high-activity days to help protect sleep.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9319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4840" y="1828800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8244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44840" y="2514600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the 5–7 PM Engagement Window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4840" y="3337560"/>
            <a:ext cx="304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motivational nudge at 5 PM, an appreciation note at 7 PM, and surface membership promotions during this peak window.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361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 size (33 users) limits how confidently findings generalize.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505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roughly a decade old (2016); habits and technology have likely shifted.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649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demographic data (age, gender) — Bellabeat's core audience is women, but the sample's makeup is unknown.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28016" cy="12801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793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data covers 73% of users and weight data only 24%, limiting confidence in those specific findings.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Smart Device Usage Analysis  |  Prepared for the Bellabeat Executive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2026-08-11T06:59:44Z</dcterms:created>
  <dcterms:modified xsi:type="dcterms:W3CDTF">2026-08-11T06:59:44Z</dcterms:modified>
</cp:coreProperties>
</file>